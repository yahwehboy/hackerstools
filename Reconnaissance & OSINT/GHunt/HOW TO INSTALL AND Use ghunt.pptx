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B9ECD-92F3-D209-B49A-76F4329B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11408-27BC-F517-8408-038F32CA8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2242-F320-4289-B887-4C5440C4115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BAC7CA-6F02-FD91-2A23-2F309166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998099-681B-C832-106B-B44BFC5F0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28E0-BEC6-4F65-BC3F-9FC20A15F3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082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D80680-8EBF-04BB-F9AB-05D08D703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4827A-0AA3-172C-4D3D-C5DAB065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AC000-C1F2-53D7-8CD7-85BC2FF37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C82242-F320-4289-B887-4C5440C4115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C99DE-2F2C-51E0-6B8A-10FC083BF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8FE74-AAAF-7298-5BFB-E2D95E1330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B928E0-BEC6-4F65-BC3F-9FC20A15F3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475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960A08F-407D-8675-A75B-68E7DC9D3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HOW TO INSTALL AND Use ghunt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74C9A2-1E16-5C9C-BB66-E43F6D4F0F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276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CD70B00-FC5D-A18E-FB21-1B3AA0CE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What is Ghunt?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13A739-A8AC-4520-8A04-CC67B868CAB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45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FCA045D-60C4-932D-61A8-EE438AED1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/>
            <a:r>
              <a:rPr lang="en-US"/>
              <a:t>How to install GHunt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823F9A-A4AB-C48D-F431-12D240B52E3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71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6837283-CFD1-55F6-3824-2E8FD684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5400"/>
              <a:t>Install ghunt with pipx </a:t>
            </a:r>
            <a:endParaRPr lang="en-US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F423B9-5AEB-97B2-D373-0C589942682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51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0CE297B-6ED5-C356-382D-EBEFAF066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Authenticating Ghunt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621AA4-3178-66A4-FB07-623B14D95F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25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690C657-4F17-B083-2F55-75943B2EF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5400"/>
              <a:t>Ghunt for Gmail OSINT</a:t>
            </a:r>
            <a:endParaRPr lang="en-US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383732-6E96-E709-86C3-3C25E93AB4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50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7C56931-1CA6-7171-9E19-4D7D3FB0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5400"/>
              <a:t>Ghunt for drive file Information Gathering</a:t>
            </a:r>
            <a:endParaRPr lang="en-US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02BBC1-2D9D-8458-DFC4-5C9B8811D3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11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CFAF338-C19D-D56E-154F-352660D7C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5400"/>
              <a:t>Ghunt gaia for maps activity and location Information Gathering</a:t>
            </a:r>
            <a:endParaRPr lang="en-US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14E5C5-91DD-F2E4-BE9B-1D5836AE576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749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C0BABDB-6CFC-84DB-1DE8-FEF717965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sz="5400"/>
              <a:t>COMMON PROBLEMS &amp; FIXES (IF INSTALLING USING PYTHON / PIPX)</a:t>
            </a:r>
            <a:endParaRPr lang="en-US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5E51F8-89E7-987B-953D-F6B7329234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276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36ECA82-FBF6-E4F2-EC8E-4C16C97E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5400"/>
              <a:t>Update email.py</a:t>
            </a:r>
            <a:endParaRPr lang="en-US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5781EC-CD73-08F5-A67B-1A38BFFC6E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70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5449341-8CAD-03B9-D01F-6139813E8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A27023-B5AE-A7FD-CF44-B57799628FB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79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E94AE79-2EC7-BE85-54D1-E31D0E6FB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5400"/>
              <a:t>CONCLUSION</a:t>
            </a:r>
            <a:endParaRPr lang="en-US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AFDD35-038B-C2D0-B2FF-26516A3888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636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Widescreen</PresentationFormat>
  <Paragraphs>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HOW TO INSTALL AND Use ghunt</vt:lpstr>
      <vt:lpstr>What is Ghunt?</vt:lpstr>
      <vt:lpstr>How to install GHunt</vt:lpstr>
      <vt:lpstr>Install ghunt with pipx </vt:lpstr>
      <vt:lpstr>Authenticating Ghunt</vt:lpstr>
      <vt:lpstr>Ghunt for Gmail OSINT</vt:lpstr>
      <vt:lpstr>Ghunt for drive file Information Gathering</vt:lpstr>
      <vt:lpstr>Ghunt gaia for maps activity and location Information Gathering</vt:lpstr>
      <vt:lpstr>COMMON PROBLEMS &amp; FIXES (IF INSTALLING USING PYTHON / PIPX)</vt:lpstr>
      <vt:lpstr>Update email.py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Olalekan Omotayo</dc:creator>
  <cp:lastModifiedBy>Olalekan Omotayo</cp:lastModifiedBy>
  <cp:revision>1</cp:revision>
  <dcterms:created xsi:type="dcterms:W3CDTF">2026-10-03T05:03:37Z</dcterms:created>
  <dcterms:modified xsi:type="dcterms:W3CDTF">2026-10-03T05:03:37Z</dcterms:modified>
</cp:coreProperties>
</file>